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1" r:id="rId3"/>
    <p:sldId id="260" r:id="rId4"/>
    <p:sldId id="257" r:id="rId5"/>
    <p:sldId id="259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72" autoAdjust="0"/>
    <p:restoredTop sz="94660"/>
  </p:normalViewPr>
  <p:slideViewPr>
    <p:cSldViewPr snapToGrid="0">
      <p:cViewPr varScale="1">
        <p:scale>
          <a:sx n="96" d="100"/>
          <a:sy n="96" d="100"/>
        </p:scale>
        <p:origin x="102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59211E-FDC6-4AC5-A32E-9E214E0871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4863CE0-BF68-4BAD-A02F-6335F5A4F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A9AC8C-043B-40A1-9B68-4D0B2A82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7081F-5F1E-4DE8-96D6-E0E3DED8A25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A86C8F-D680-4D4F-B5B3-73A3C6E70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1D426F-590F-4250-9629-7A110541A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5FD12-7B4E-4C59-B55F-213EEE7FE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4151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2E38E2-3857-4215-9DB0-CBB5907CC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80FF83-20FA-45E8-80DD-69F349897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C73772-8D9F-4A28-A9C7-7879F404D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7081F-5F1E-4DE8-96D6-E0E3DED8A25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7399C5-E9A5-4460-B214-FEDD13C5F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562AD7-4CE7-4487-BEBE-5AAFC0D8C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5FD12-7B4E-4C59-B55F-213EEE7FE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3676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29170D-9147-4720-B159-0CE89D118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33F8A5-66EC-412D-842B-E0B2334E8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5DF097-51BB-4FF6-9891-0838A6345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7081F-5F1E-4DE8-96D6-E0E3DED8A25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CA4617-EF4C-4582-846D-C27849F85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5ABBE3-76B6-4CC0-84DF-491D48FBE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5FD12-7B4E-4C59-B55F-213EEE7FE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3189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FE5D1-9E58-405B-B8E8-3A9F15D8D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ABA79B-D426-48B8-B690-D650826CD9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9073F16-8D43-45D1-A623-299857A15E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D63465-5D06-4DF3-ADB1-B9830B6F6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7081F-5F1E-4DE8-96D6-E0E3DED8A25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D30DAD-6EEC-4F12-BBB7-9FB2FB6D2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3DCA06-2D65-464C-BFCF-8306F7E6C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5FD12-7B4E-4C59-B55F-213EEE7FE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94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AC5732-F13D-4BB0-918E-C57DDE021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43D3B2-8FEA-4BB4-B343-2E6A7150F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03D84-3B45-4D52-8A61-7F062E104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F2264EE-DAB5-4E73-AEA0-3BDB94912D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5A3C2EF-A09E-4A86-B374-D01676F752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5201544-010E-4E82-BEEA-B9CC94FD0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7081F-5F1E-4DE8-96D6-E0E3DED8A25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D6E422E-CF6E-46E8-B727-CC337695D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F6429D1-BF55-40B5-838F-DE1715DC5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5FD12-7B4E-4C59-B55F-213EEE7FE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835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DB140D-1CA0-4AB2-956E-BB605F4AD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87787A2-219C-46D0-AB6D-F9D87B9C7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7081F-5F1E-4DE8-96D6-E0E3DED8A25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325E013-1D2B-42A2-B386-D8E26EC44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2E5A4A-891B-484A-A7DE-3001FB1F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5FD12-7B4E-4C59-B55F-213EEE7FE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0422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D4A02CF-3F9F-4DED-8603-1E53D5B5E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7081F-5F1E-4DE8-96D6-E0E3DED8A25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4F19103-10EC-419B-A888-928E611E6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78112D-2E49-42CA-BFC1-D5370A12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5FD12-7B4E-4C59-B55F-213EEE7FE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1CB5F7-CCB6-4A1F-B0E8-B5B66DB99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EEB002-DFF1-417F-AFC8-E329AAA65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3AA1AA6-B8D7-43ED-B5E7-899C4DD2C8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E018E9-A45A-4D07-9758-B34F4C7FE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7081F-5F1E-4DE8-96D6-E0E3DED8A25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259FF7-1C4D-4762-A9F1-832E1F065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5EEBBA-7FB0-4A5D-93EF-2BD50183B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5FD12-7B4E-4C59-B55F-213EEE7FE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253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31A4F1-1EEC-436B-87BF-B371BE1F7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CA37732-6D86-497E-AEFF-E748F2A10B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319C61-8087-41AC-86D9-058A9F378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F1AA7E-FCB2-4F29-94D9-E48DD044E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7081F-5F1E-4DE8-96D6-E0E3DED8A25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580161-2CCA-413B-B547-B3986F2DA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A6C1EF-82FA-4608-81A5-9AAE16200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5FD12-7B4E-4C59-B55F-213EEE7FE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1311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C7EA58-FA53-4470-81B5-8D53422BE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DFE68AF-1425-4E40-AEE5-2D8583066F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7FF106-A001-4491-A211-02AA60899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7081F-5F1E-4DE8-96D6-E0E3DED8A25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527711-4790-4B76-AB32-983277770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4DCF4F-F92C-4D06-9CCA-7054F6E4E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5FD12-7B4E-4C59-B55F-213EEE7FE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267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1D6F083-D07D-4625-AED6-DBAF6408ED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8F69763-159E-414B-A57A-622B237440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A94095-C683-469B-A107-FAFD0D882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7081F-5F1E-4DE8-96D6-E0E3DED8A25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4CC7EE-9D32-4E24-BDBE-131B3E124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F12369-F7D6-432D-B200-C86D05BD2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5FD12-7B4E-4C59-B55F-213EEE7FE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7266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0BAFD9E-1F17-45BC-8C38-E7D6F8BC3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ABFCDF-D3B5-4CA3-AFF2-9F1B4144E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2CB9F0-2D95-4A7B-B429-9A27CA3CCA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67081F-5F1E-4DE8-96D6-E0E3DED8A25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BC63E3-1C0D-494D-AD0A-F4B1A0501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B218FA-D3EE-4D1A-9FF7-C56921B628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5FD12-7B4E-4C59-B55F-213EEE7FE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6588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61EE3-4D88-488C-96A8-6AD26B80C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423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Canonical correlation analysis (CCA)</a:t>
            </a:r>
            <a:endParaRPr lang="ko-KR" altLang="en-US" sz="36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7632E5-1D37-485F-B68F-BADA4B1FB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3548"/>
            <a:ext cx="10515600" cy="1275652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From</a:t>
            </a:r>
            <a:r>
              <a:rPr lang="ko-KR" altLang="en-US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en-US" altLang="ko-KR" sz="2000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sklearn.cross_decomposition</a:t>
            </a: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 import CCA</a:t>
            </a:r>
          </a:p>
          <a:p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Y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를 잘 설명하는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X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들의 선형 결합을 이용해 두 변수 집단의 상관성을 효과적으로 분석하는 방법론 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F9B722F-8FD5-4E89-96B5-BEBBADB17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09" y="2329200"/>
            <a:ext cx="6240739" cy="337265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51BB5E4-D7BA-4C27-B553-96E567D5F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601" y="3524802"/>
            <a:ext cx="4410691" cy="98121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F8B92F5-597F-47E5-A658-30E22AFE03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602" y="2067339"/>
            <a:ext cx="5334744" cy="85737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D709E4A-A734-42D7-9070-6CCB47E792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1889" y="5125985"/>
            <a:ext cx="2572109" cy="1209844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D907C11-FF57-4437-AA5B-E541EE924907}"/>
              </a:ext>
            </a:extLst>
          </p:cNvPr>
          <p:cNvCxnSpPr/>
          <p:nvPr/>
        </p:nvCxnSpPr>
        <p:spPr>
          <a:xfrm>
            <a:off x="6251713" y="2067339"/>
            <a:ext cx="0" cy="437321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513C3024-C999-4C05-ABFA-B14BE2F61507}"/>
              </a:ext>
            </a:extLst>
          </p:cNvPr>
          <p:cNvSpPr txBox="1">
            <a:spLocks/>
          </p:cNvSpPr>
          <p:nvPr/>
        </p:nvSpPr>
        <p:spPr>
          <a:xfrm>
            <a:off x="7452001" y="2885522"/>
            <a:ext cx="4971911" cy="864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Correlation between </a:t>
            </a:r>
            <a:r>
              <a:rPr lang="en-US" altLang="ko-KR" sz="2000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XTwx</a:t>
            </a: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en-US" altLang="ko-KR" sz="2000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YTwy</a:t>
            </a:r>
            <a:endParaRPr lang="en-US" altLang="ko-KR" sz="2000" dirty="0">
              <a:solidFill>
                <a:srgbClr val="FF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3FE717F9-4D59-4813-B906-BAA1EFC11077}"/>
              </a:ext>
            </a:extLst>
          </p:cNvPr>
          <p:cNvSpPr txBox="1">
            <a:spLocks/>
          </p:cNvSpPr>
          <p:nvPr/>
        </p:nvSpPr>
        <p:spPr>
          <a:xfrm>
            <a:off x="7594462" y="6323284"/>
            <a:ext cx="4277884" cy="6693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정규화 항 추가</a:t>
            </a:r>
            <a:endParaRPr lang="en-US" altLang="ko-KR" sz="2000" dirty="0">
              <a:solidFill>
                <a:srgbClr val="FF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8A44EEDB-DFCB-4F9E-8DD8-7221CEDDC510}"/>
              </a:ext>
            </a:extLst>
          </p:cNvPr>
          <p:cNvSpPr txBox="1">
            <a:spLocks/>
          </p:cNvSpPr>
          <p:nvPr/>
        </p:nvSpPr>
        <p:spPr>
          <a:xfrm>
            <a:off x="7594462" y="4499742"/>
            <a:ext cx="4277884" cy="6693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Wx</a:t>
            </a: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en-US" altLang="ko-KR" sz="2000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wy</a:t>
            </a:r>
            <a:r>
              <a:rPr lang="ko-KR" altLang="en-US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의 </a:t>
            </a: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scale</a:t>
            </a:r>
            <a:r>
              <a:rPr lang="ko-KR" altLang="en-US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에 영향을 받지 않으므로 </a:t>
            </a:r>
            <a:endParaRPr lang="en-US" altLang="ko-KR" sz="2000" dirty="0">
              <a:solidFill>
                <a:srgbClr val="FF0000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같은 식이지만 다르게 표현 </a:t>
            </a:r>
            <a:endParaRPr lang="en-US" altLang="ko-KR" sz="2000" dirty="0">
              <a:solidFill>
                <a:srgbClr val="FF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5647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61EE3-4D88-488C-96A8-6AD26B80C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423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Canonical correlation analysis (CCA)</a:t>
            </a:r>
            <a:endParaRPr lang="ko-KR" altLang="en-US" sz="36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7632E5-1D37-485F-B68F-BADA4B1FB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3548"/>
            <a:ext cx="10515600" cy="12756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 err="1">
                <a:latin typeface="프리젠테이션 4 Regular" pitchFamily="2" charset="-127"/>
                <a:ea typeface="프리젠테이션 4 Regular" pitchFamily="2" charset="-127"/>
              </a:rPr>
              <a:t>Wx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, Wy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를 구하는 방법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?</a:t>
            </a:r>
          </a:p>
          <a:p>
            <a:pPr marL="0" indent="0">
              <a:buNone/>
            </a:pP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marL="457200" indent="-457200">
              <a:buAutoNum type="arabicPeriod"/>
            </a:pPr>
            <a:r>
              <a:rPr lang="ko-KR" altLang="en-US" sz="2000" dirty="0" err="1">
                <a:latin typeface="프리젠테이션 4 Regular" pitchFamily="2" charset="-127"/>
                <a:ea typeface="프리젠테이션 4 Regular" pitchFamily="2" charset="-127"/>
              </a:rPr>
              <a:t>고윳값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분해 </a:t>
            </a:r>
            <a:r>
              <a:rPr lang="ko-KR" altLang="en-US" sz="2000">
                <a:latin typeface="프리젠테이션 4 Regular" pitchFamily="2" charset="-127"/>
                <a:ea typeface="프리젠테이션 4 Regular" pitchFamily="2" charset="-127"/>
              </a:rPr>
              <a:t>문제로 풀기</a:t>
            </a:r>
            <a:endParaRPr lang="en-US" altLang="ko-KR" sz="2000"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1182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61EE3-4D88-488C-96A8-6AD26B80C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423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Sparse canonical correlation analysis (SCCA)</a:t>
            </a:r>
            <a:endParaRPr lang="ko-KR" altLang="en-US" sz="36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7632E5-1D37-485F-B68F-BADA4B1FB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3548"/>
            <a:ext cx="10515600" cy="51234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From</a:t>
            </a:r>
            <a:r>
              <a:rPr lang="ko-KR" altLang="en-US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en-US" altLang="ko-KR" sz="2000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sparsecca</a:t>
            </a: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 import </a:t>
            </a:r>
            <a:r>
              <a:rPr lang="en-US" altLang="ko-KR" sz="2000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pmd</a:t>
            </a:r>
            <a:endParaRPr lang="en-US" altLang="ko-KR" sz="2000" dirty="0">
              <a:solidFill>
                <a:srgbClr val="FF0000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endParaRPr lang="ko-KR" altLang="en-US" sz="20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AD96ED2-240E-4540-B671-FF1C4387F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965" y="1811546"/>
            <a:ext cx="8037443" cy="149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949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61EE3-4D88-488C-96A8-6AD26B80C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423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Partial</a:t>
            </a:r>
            <a:r>
              <a:rPr lang="ko-KR" altLang="en-US" sz="3600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correlation analysis</a:t>
            </a:r>
            <a:endParaRPr lang="ko-KR" altLang="en-US" sz="36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7632E5-1D37-485F-B68F-BADA4B1FB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3549"/>
            <a:ext cx="10515600" cy="24649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     두 변수 사이의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numerical relationship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을 파악하고 싶을 때 일부 특징은 제거해서 분석하는 기법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     X,Y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 사이의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partial correlation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을 구해야 되고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, Z={z1, z2, …, </a:t>
            </a:r>
            <a:r>
              <a:rPr lang="en-US" altLang="ko-KR" sz="2000" dirty="0" err="1">
                <a:latin typeface="프리젠테이션 4 Regular" pitchFamily="2" charset="-127"/>
                <a:ea typeface="프리젠테이션 4 Regular" pitchFamily="2" charset="-127"/>
              </a:rPr>
              <a:t>zn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}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이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controlling variable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 라고 가정할 때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,</a:t>
            </a:r>
          </a:p>
          <a:p>
            <a:pPr marL="0" indent="0">
              <a:buNone/>
            </a:pP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     (X,Z), (Y,Z)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이 두개의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linear regression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의 결과의 </a:t>
            </a:r>
            <a:r>
              <a:rPr lang="ko-KR" altLang="en-US" sz="2000" dirty="0" err="1">
                <a:latin typeface="프리젠테이션 4 Regular" pitchFamily="2" charset="-127"/>
                <a:ea typeface="프리젠테이션 4 Regular" pitchFamily="2" charset="-127"/>
              </a:rPr>
              <a:t>잔차를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 이용해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correlation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을 구한다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</a:p>
          <a:p>
            <a:pPr marL="0" indent="0">
              <a:buNone/>
            </a:pP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 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C4D6D2C-C2F7-4F4D-A7AD-43CF94086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295" y="2280939"/>
            <a:ext cx="3786514" cy="156550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5C17ED3-C75D-4BA5-85BE-7DDEA3BC5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9544" y="3319225"/>
            <a:ext cx="800212" cy="4382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FB50AF-F185-4FAC-BD1E-2C63732164DD}"/>
              </a:ext>
            </a:extLst>
          </p:cNvPr>
          <p:cNvSpPr txBox="1"/>
          <p:nvPr/>
        </p:nvSpPr>
        <p:spPr>
          <a:xfrm>
            <a:off x="6609817" y="3371016"/>
            <a:ext cx="5049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:</a:t>
            </a:r>
            <a:r>
              <a:rPr lang="ko-KR" altLang="en-US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 벡터 </a:t>
            </a:r>
            <a:r>
              <a:rPr lang="en-US" altLang="ko-KR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w</a:t>
            </a:r>
            <a:r>
              <a:rPr lang="ko-KR" altLang="en-US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과 </a:t>
            </a:r>
            <a:r>
              <a:rPr lang="en-US" altLang="ko-KR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zi</a:t>
            </a:r>
            <a:r>
              <a:rPr lang="en-US" altLang="ko-KR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ko-KR" altLang="en-US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사이의 </a:t>
            </a:r>
            <a:r>
              <a:rPr lang="en-US" altLang="ko-KR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scalar product</a:t>
            </a:r>
            <a:endParaRPr lang="ko-KR" altLang="en-US" dirty="0">
              <a:solidFill>
                <a:srgbClr val="FF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0A6C6FD-AA88-4641-AF2E-1B8E363D84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330" y="3949403"/>
            <a:ext cx="2598454" cy="84016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48058E5-1F54-4B2E-A168-3BFBF57D0A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937" y="4892531"/>
            <a:ext cx="6471827" cy="17831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15D1F44-90EC-47F9-B322-41F569E97E5F}"/>
              </a:ext>
            </a:extLst>
          </p:cNvPr>
          <p:cNvSpPr txBox="1"/>
          <p:nvPr/>
        </p:nvSpPr>
        <p:spPr>
          <a:xfrm>
            <a:off x="3780478" y="4301304"/>
            <a:ext cx="5049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Z</a:t>
            </a:r>
            <a:r>
              <a:rPr lang="ko-KR" altLang="en-US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로 설명되지 않은 부분을 계산한다 </a:t>
            </a:r>
            <a:r>
              <a:rPr lang="en-US" altLang="ko-KR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잔차</a:t>
            </a:r>
            <a:r>
              <a:rPr lang="en-US" altLang="ko-KR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)</a:t>
            </a:r>
            <a:endParaRPr lang="ko-KR" altLang="en-US" dirty="0">
              <a:solidFill>
                <a:srgbClr val="FF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31A517-862B-4241-9ED6-36DFA1DEC266}"/>
              </a:ext>
            </a:extLst>
          </p:cNvPr>
          <p:cNvSpPr txBox="1"/>
          <p:nvPr/>
        </p:nvSpPr>
        <p:spPr>
          <a:xfrm>
            <a:off x="7401764" y="5804451"/>
            <a:ext cx="5049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잔차들</a:t>
            </a:r>
            <a:r>
              <a:rPr lang="ko-KR" altLang="en-US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 간의 </a:t>
            </a:r>
            <a:r>
              <a:rPr lang="ko-KR" altLang="en-US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피어슨</a:t>
            </a:r>
            <a:r>
              <a:rPr lang="ko-KR" altLang="en-US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 상관계수를 구한다</a:t>
            </a:r>
          </a:p>
        </p:txBody>
      </p:sp>
    </p:spTree>
    <p:extLst>
      <p:ext uri="{BB962C8B-B14F-4D97-AF65-F5344CB8AC3E}">
        <p14:creationId xmlns:p14="http://schemas.microsoft.com/office/powerpoint/2010/main" val="2851829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61EE3-4D88-488C-96A8-6AD26B80C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423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Partial</a:t>
            </a:r>
            <a:r>
              <a:rPr lang="ko-KR" altLang="en-US" sz="3600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least squares regression (PLSR)</a:t>
            </a:r>
            <a:endParaRPr lang="ko-KR" altLang="en-US" sz="36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7632E5-1D37-485F-B68F-BADA4B1FB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3548"/>
            <a:ext cx="10515600" cy="5123415"/>
          </a:xfrm>
        </p:spPr>
        <p:txBody>
          <a:bodyPr>
            <a:normAutofit/>
          </a:bodyPr>
          <a:lstStyle/>
          <a:p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두 변수 사이의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numerical relationship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을 파악하고 싶을 때 일부 특징은 제거해서 분석하는 기법</a:t>
            </a:r>
          </a:p>
        </p:txBody>
      </p:sp>
    </p:spTree>
    <p:extLst>
      <p:ext uri="{BB962C8B-B14F-4D97-AF65-F5344CB8AC3E}">
        <p14:creationId xmlns:p14="http://schemas.microsoft.com/office/powerpoint/2010/main" val="647593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191</Words>
  <Application>Microsoft Office PowerPoint</Application>
  <PresentationFormat>와이드스크린</PresentationFormat>
  <Paragraphs>24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프리젠테이션 4 Regular</vt:lpstr>
      <vt:lpstr>프리젠테이션 5 Medium</vt:lpstr>
      <vt:lpstr>Arial</vt:lpstr>
      <vt:lpstr>Office 테마</vt:lpstr>
      <vt:lpstr>Canonical correlation analysis (CCA)</vt:lpstr>
      <vt:lpstr>Canonical correlation analysis (CCA)</vt:lpstr>
      <vt:lpstr>Sparse canonical correlation analysis (SCCA)</vt:lpstr>
      <vt:lpstr>Partial correlation analysis</vt:lpstr>
      <vt:lpstr>Partial least squares regression (PLSR)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Partial Correlation Anaylsis</dc:title>
  <dc:creator>nva_kist</dc:creator>
  <cp:lastModifiedBy>nva_kist</cp:lastModifiedBy>
  <cp:revision>11</cp:revision>
  <dcterms:created xsi:type="dcterms:W3CDTF">2026-01-09T05:23:49Z</dcterms:created>
  <dcterms:modified xsi:type="dcterms:W3CDTF">2026-01-09T08:01:07Z</dcterms:modified>
</cp:coreProperties>
</file>